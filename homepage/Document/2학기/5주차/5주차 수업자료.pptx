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80" r:id="rId3"/>
    <p:sldId id="269" r:id="rId4"/>
    <p:sldId id="268" r:id="rId5"/>
    <p:sldId id="281" r:id="rId6"/>
    <p:sldId id="282" r:id="rId7"/>
    <p:sldId id="270" r:id="rId8"/>
    <p:sldId id="283" r:id="rId9"/>
    <p:sldId id="272" r:id="rId10"/>
    <p:sldId id="273" r:id="rId11"/>
    <p:sldId id="284" r:id="rId12"/>
    <p:sldId id="285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예약" id="{FAA7C396-DCE0-4958-9C26-F3A2C5DF7295}">
          <p14:sldIdLst>
            <p14:sldId id="271"/>
            <p14:sldId id="280"/>
            <p14:sldId id="269"/>
            <p14:sldId id="268"/>
            <p14:sldId id="281"/>
            <p14:sldId id="282"/>
            <p14:sldId id="270"/>
            <p14:sldId id="283"/>
            <p14:sldId id="272"/>
            <p14:sldId id="27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4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7C49E-D3D5-47B2-A1F3-BD012ACF7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AC0AE1-0148-4995-BE5B-199DDAF5B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9812F1-80A9-45D1-BCC2-EE38D2C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D14C66-66C9-4E4C-96F9-7DD2BA96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5C5F93-A522-4568-A74E-7551F9C2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0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41C94-8326-4E88-AF93-B70EA7CC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BA553-2F91-4F1F-8127-7D5AE953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B06AF-86AB-455F-955E-F1FD8FFBB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F646B2-FB7C-4380-B45E-198FD507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E1E01-A50A-452C-8CF4-4AFCC7A9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30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0984F-A239-481F-AB34-A776CBC6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A2A4E8-B1FB-40DA-9E12-253FFF77D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E0D544-3940-4033-873B-7950B98D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548BB1-7283-42AB-977B-66273EEB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88C5A-DFA3-433A-B28E-DF0936C7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80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4FEBA-9E66-4A31-9DF8-A2E4DF7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477AAB-ED5A-43EB-A76C-420FB6613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65E94F-2460-4814-AFA7-67C74BF80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EDB869-DC42-4473-A8E4-BBAAECCC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2A755-6E55-4198-8D14-9230458D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56B28E-721A-4963-B1F8-6BA92054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29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6E695-80A5-4175-A7FD-D82A99326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7A308-C0B9-42C9-9C35-8C342D656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E866FE-0BC0-49B1-A793-BF7D32C72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F31775-7E1F-40DB-8D97-8022F7BD3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A463DC-CE0C-4669-A5B5-DC9EE3F3A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DA14C0-B733-4D53-B7EB-D1251546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174EFD-99ED-472F-B9B5-F9372A49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8CA600-5C30-4AA0-92E9-E411272D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08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08B8-EB32-4FA8-9FB8-C1D2EE56E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54E3D8-DE23-48BF-A94D-3C0119923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5FDC9E-7855-4289-9CB9-D7EA6584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E0641F-1E5D-4DB6-8DB5-EDB59F5F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521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B58D7F-8AA1-443F-B67E-17F17F73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F2C337-BD1F-4031-9D24-DD0CEFC1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48F7D1-B662-44ED-BC8B-940844F6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48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3610F-2581-4C6A-B170-28FB8823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A8894F-B449-461E-BCA0-D801449F7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9D1E19-850B-4CE6-B649-B8DC32AE5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AB439F-E948-4FB0-B886-89AC7E68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8EE297-1726-42A7-A6A2-A29DC1A6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E7412A-0586-4AF4-AF8F-48E884DA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89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55CEB-E444-4258-9760-2AD3E917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6C0872-71B4-41BE-8CB5-F17DE45E5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0484BB-BB3D-46A5-8545-988544AD1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4298A9-6513-4C5E-BB16-34930B696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FE5D9C-A6B6-4B77-96FB-D546FA91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A6E191-0F6F-4AC8-B2B3-4079E80F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6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DE8B1-FAF4-47F3-BB91-9CAA736B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9A50A2-D6AB-4CFF-AD01-B44D9D7DA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A7DA0B-6271-4472-9AA4-9170406F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E6454-BC3F-41AA-8449-C1F5AEF6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0D00C4-F85C-425B-BD94-361AD8B5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15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0DBC4E-3A7C-40E9-93AC-D61FEA446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E33657-9695-4938-BEC4-97AA6B9F1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043606-DA88-4DC2-B9F9-4215EED29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5769B0-A1F8-4F7A-82EA-A6D15C43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529413-04C2-49B5-B004-637A68CF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66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2EC323-67AB-43F6-9350-D887805B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DE319A-48D6-4CCC-BE04-C1AB76F48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9CD488-27E5-41C8-B55D-AAE5C7305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A62F8-8934-400B-92CC-45AD0BC8A7BC}" type="datetimeFigureOut">
              <a:rPr lang="ko-KR" altLang="en-US" smtClean="0"/>
              <a:t>2024-09-25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632D81-9B6D-4C2D-A928-A6B3E3AD2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363E9D-590F-4A88-B0F6-9F928A55F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5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FA27EB9-DA41-4B68-8381-02FBD84B2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98" y="133118"/>
            <a:ext cx="6991350" cy="34099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CF462D-4D0C-4F5F-85F4-36A0A5196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686" y="3429000"/>
            <a:ext cx="5314950" cy="33147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F7D0666-FFF8-4F95-B3B4-F3D1BCD2C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920" y="2685818"/>
            <a:ext cx="2914650" cy="17145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FC44E0C-649C-4D5F-94F3-399799C13D11}"/>
              </a:ext>
            </a:extLst>
          </p:cNvPr>
          <p:cNvSpPr/>
          <p:nvPr/>
        </p:nvSpPr>
        <p:spPr>
          <a:xfrm>
            <a:off x="1166327" y="811763"/>
            <a:ext cx="2192693" cy="2146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D56FB4-1234-46C1-9E2E-603AA5590CA2}"/>
              </a:ext>
            </a:extLst>
          </p:cNvPr>
          <p:cNvSpPr/>
          <p:nvPr/>
        </p:nvSpPr>
        <p:spPr>
          <a:xfrm>
            <a:off x="5178491" y="1673757"/>
            <a:ext cx="2192693" cy="2146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4704D6-A59D-41CC-8389-0B427CD4EC32}"/>
              </a:ext>
            </a:extLst>
          </p:cNvPr>
          <p:cNvSpPr/>
          <p:nvPr/>
        </p:nvSpPr>
        <p:spPr>
          <a:xfrm>
            <a:off x="1716834" y="4007109"/>
            <a:ext cx="1007705" cy="2146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5DA639-EB51-4CBD-B931-B336A0347D31}"/>
              </a:ext>
            </a:extLst>
          </p:cNvPr>
          <p:cNvSpPr/>
          <p:nvPr/>
        </p:nvSpPr>
        <p:spPr>
          <a:xfrm>
            <a:off x="5691674" y="4869103"/>
            <a:ext cx="1007705" cy="2146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4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C630EF2-F3D2-4750-BAAF-A2ACB5F01C75}"/>
              </a:ext>
            </a:extLst>
          </p:cNvPr>
          <p:cNvSpPr/>
          <p:nvPr/>
        </p:nvSpPr>
        <p:spPr>
          <a:xfrm>
            <a:off x="-1" y="0"/>
            <a:ext cx="7373923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RESVEINFO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RESVE_ID     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RESVE_SE_CODE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15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RESVE_SJ             </a:t>
            </a:r>
            <a:r>
              <a:rPr lang="sv-SE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sv-SE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sv-SE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REC_NM               </a:t>
            </a:r>
            <a:r>
              <a:rPr lang="sv-SE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sv-SE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sv-SE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MAX_APLY_CNT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INTEGER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USE_BEGIN_DT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USE_END_DT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14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USE_BEGIN_TIME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5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USE_END_TIME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5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RESVE_CN  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MEDIUMTEXT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REQST_BGNDE          </a:t>
            </a:r>
            <a:r>
              <a:rPr lang="sv-SE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sv-SE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sv-SE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REQST_ENDDE          </a:t>
            </a:r>
            <a:r>
              <a:rPr lang="sv-SE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sv-SE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sv-SE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USE_AT       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FRST_REGIST_PNTTM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FRST_REGISTER_ID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LAST_UPDT_PNTTM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LAST_UPDUSR_ID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RESVEINFO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ADD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PRIMARY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(RESVE_ID)</a:t>
            </a:r>
            <a:r>
              <a:rPr lang="en-US" altLang="ko-KR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914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A4A834-56B6-4799-8523-FFD348F5F543}"/>
              </a:ext>
            </a:extLst>
          </p:cNvPr>
          <p:cNvSpPr/>
          <p:nvPr/>
        </p:nvSpPr>
        <p:spPr>
          <a:xfrm>
            <a:off x="0" y="77468"/>
            <a:ext cx="1213327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COMMENT 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예약정보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RESVE_ID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RESVE_ID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예약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ID'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RESVE_SE_CODE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RESVE_SE_CODE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15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예약구분코드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RESVE_SJ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RESVE_SJ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예약제목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REC_NM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REC_NM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강사명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MAX_APLY_CNT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MAX_APLY_CNT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INTEGER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최대참가인원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USE_BEGIN_DT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USE_BEGIN_DT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운영시작일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USE_END_DT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USE_END_DT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14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운영종료일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USE_BEGIN_TIME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USE_BEGIN_TIME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5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운영시작시간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USE_END_TIME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USE_END_TIME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5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운영종료시간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RESVE_CN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RESVE_CN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MEDIUMTEXT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내용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REQST_BGNDE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REQST_BGNDE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신청기간시작일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REQST_ENDDE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REQST_ENDDE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신청기간종료일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USE_AT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USE_AT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사용여부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FRST_REGIST_PNTTM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FRST_REGIST_PNTTM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최초등록시점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FRST_REGISTER_ID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FRST_REGISTER_ID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최초등록자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ID'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LAST_UPDT_PNTTM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LAST_UPDT_PNTTM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최종수정시점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LAST_UPDUSR_ID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LAST_UPDUSR_ID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최종수정자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ID'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2013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ED7BF4B-E11B-4992-BFF0-1680C9A622A1}"/>
              </a:ext>
            </a:extLst>
          </p:cNvPr>
          <p:cNvSpPr/>
          <p:nvPr/>
        </p:nvSpPr>
        <p:spPr>
          <a:xfrm>
            <a:off x="120241" y="0"/>
            <a:ext cx="11917961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REQST_ID     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RESVE_ID     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RESVE_DE  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CHARGER_NM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50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TELNO     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15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EMAIL     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50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CONFM_SE_CODE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CONFMER_ID           </a:t>
            </a:r>
            <a:r>
              <a:rPr lang="sv-SE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sv-SE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sv-SE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RETURN_RESN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4000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CONFM_PNTTM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CREAT_IP  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USE_AT       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FRST_REGIST_PNTTM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FRST_REGISTER_ID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LAST_UPDT_PNTTM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LAST_UPDUSR_ID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ADD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PRIMARY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(REQST_ID,RESVE_ID)</a:t>
            </a:r>
            <a:r>
              <a:rPr lang="en-US" altLang="ko-KR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ADD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FOREIGN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RESVEREQSTINFO_FK1 (RESVE_ID)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REFERENCES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RESVEINFO (RESVE_ID)</a:t>
            </a:r>
            <a:r>
              <a:rPr lang="en-US" altLang="ko-KR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3381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8F8EBB1-5415-4BC5-ACA7-D10CD861B812}"/>
              </a:ext>
            </a:extLst>
          </p:cNvPr>
          <p:cNvSpPr/>
          <p:nvPr/>
        </p:nvSpPr>
        <p:spPr>
          <a:xfrm>
            <a:off x="163902" y="-1194150"/>
            <a:ext cx="1219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COMMENT 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신청정보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REQST_ID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REQST_ID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신청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ID'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RESVE_ID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RESVE_ID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예약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ID'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RESVE_DE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RESVE_DE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신청구분코드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CHARGER_NM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CHARGER_NM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50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신청자명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TELNO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TELNO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15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전화번호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EMAIL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EMAIL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50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이메일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CONFM_SE_CODE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CONFM_SE_CODE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승인구분코드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CONFMER_ID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CONFMER_ID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승인자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ID'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RETURN_RESN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RETURN_RESN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4000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반려사유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CONFM_PNTTM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CONFM_PNTTM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승인시점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CREAT_IP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CREAT_IP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생성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IP'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USE_AT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USE_AT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사용여부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FRST_REGIST_PNTTM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FRST_REGIST_PNTTM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최초등록시점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FRST_REGISTER_ID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FRST_REGISTER_ID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최초등록자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ID'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LAST_UPDT_PNTTM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LAST_UPDT_PNTTM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최종수정시점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LAST_UPDUSR_ID </a:t>
            </a:r>
            <a:r>
              <a:rPr lang="en-US" altLang="ko-KR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LAST_UPDUSR_ID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400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최종수정자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ID'</a:t>
            </a:r>
            <a:r>
              <a:rPr lang="en-US" altLang="ko-K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</a:p>
          <a:p>
            <a:endParaRPr lang="ko-KR" alt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00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CB7D95E-2D25-448D-85EE-F3BD216E3F67}"/>
              </a:ext>
            </a:extLst>
          </p:cNvPr>
          <p:cNvSpPr/>
          <p:nvPr/>
        </p:nvSpPr>
        <p:spPr>
          <a:xfrm>
            <a:off x="-360727" y="77305"/>
            <a:ext cx="1183966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    &lt;!-- RESVEINFO START--&gt;          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&lt;bean name="</a:t>
            </a:r>
            <a:r>
              <a:rPr lang="en-US" altLang="ko-KR" dirty="0" err="1">
                <a:latin typeface="Consolas" panose="020B0609020204030204" pitchFamily="49" charset="0"/>
              </a:rPr>
              <a:t>egovRsvIdGnrService</a:t>
            </a:r>
            <a:r>
              <a:rPr lang="en-US" altLang="ko-KR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class="</a:t>
            </a:r>
            <a:r>
              <a:rPr lang="en-US" altLang="ko-KR" dirty="0" err="1">
                <a:latin typeface="Consolas" panose="020B0609020204030204" pitchFamily="49" charset="0"/>
              </a:rPr>
              <a:t>egovframework.rte.fdl.idgnr.impl.EgovTableIdGnrServiceImpl</a:t>
            </a:r>
            <a:r>
              <a:rPr lang="en-US" altLang="ko-KR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destroy-method="</a:t>
            </a:r>
            <a:r>
              <a:rPr lang="en-US" altLang="ko-KR" u="sng" dirty="0">
                <a:latin typeface="Consolas" panose="020B0609020204030204" pitchFamily="49" charset="0"/>
              </a:rPr>
              <a:t>destroy"&gt;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 err="1">
                <a:latin typeface="Consolas" panose="020B0609020204030204" pitchFamily="49" charset="0"/>
              </a:rPr>
              <a:t>dataSource</a:t>
            </a:r>
            <a:r>
              <a:rPr lang="en-US" altLang="ko-KR" u="sng" dirty="0">
                <a:latin typeface="Consolas" panose="020B0609020204030204" pitchFamily="49" charset="0"/>
              </a:rPr>
              <a:t>" ref="</a:t>
            </a:r>
            <a:r>
              <a:rPr lang="en-US" altLang="ko-KR" u="sng" dirty="0" err="1">
                <a:latin typeface="Consolas" panose="020B0609020204030204" pitchFamily="49" charset="0"/>
              </a:rPr>
              <a:t>egov.dataSource</a:t>
            </a:r>
            <a:r>
              <a:rPr lang="en-US" altLang="ko-KR" u="sng" dirty="0">
                <a:latin typeface="Consolas" panose="020B0609020204030204" pitchFamily="49" charset="0"/>
              </a:rPr>
              <a:t>" 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>
                <a:latin typeface="Consolas" panose="020B0609020204030204" pitchFamily="49" charset="0"/>
              </a:rPr>
              <a:t>strategy"   ref="</a:t>
            </a:r>
            <a:r>
              <a:rPr lang="en-US" altLang="ko-KR" u="sng" dirty="0" err="1">
                <a:latin typeface="Consolas" panose="020B0609020204030204" pitchFamily="49" charset="0"/>
              </a:rPr>
              <a:t>rsvStrategy</a:t>
            </a:r>
            <a:r>
              <a:rPr lang="en-US" altLang="ko-KR" u="sng" dirty="0">
                <a:latin typeface="Consolas" panose="020B0609020204030204" pitchFamily="49" charset="0"/>
              </a:rPr>
              <a:t>" 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 err="1">
                <a:latin typeface="Consolas" panose="020B0609020204030204" pitchFamily="49" charset="0"/>
              </a:rPr>
              <a:t>blockSize</a:t>
            </a:r>
            <a:r>
              <a:rPr lang="en-US" altLang="ko-KR" u="sng" dirty="0">
                <a:latin typeface="Consolas" panose="020B0609020204030204" pitchFamily="49" charset="0"/>
              </a:rPr>
              <a:t>"  value="10"/&gt;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>
                <a:latin typeface="Consolas" panose="020B0609020204030204" pitchFamily="49" charset="0"/>
              </a:rPr>
              <a:t>table"      value="IDS"/&gt;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 err="1">
                <a:latin typeface="Consolas" panose="020B0609020204030204" pitchFamily="49" charset="0"/>
              </a:rPr>
              <a:t>tableName</a:t>
            </a:r>
            <a:r>
              <a:rPr lang="en-US" altLang="ko-KR" u="sng" dirty="0">
                <a:latin typeface="Consolas" panose="020B0609020204030204" pitchFamily="49" charset="0"/>
              </a:rPr>
              <a:t>"  value="RSV_ID"/&gt;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&lt;/bean&gt;</a:t>
            </a:r>
          </a:p>
          <a:p>
            <a:endParaRPr lang="ko-KR" altLang="en-US" dirty="0"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    &lt;bean name="</a:t>
            </a:r>
            <a:r>
              <a:rPr lang="en-US" altLang="ko-KR" dirty="0" err="1">
                <a:latin typeface="Consolas" panose="020B0609020204030204" pitchFamily="49" charset="0"/>
              </a:rPr>
              <a:t>rsvStrategy</a:t>
            </a:r>
            <a:r>
              <a:rPr lang="en-US" altLang="ko-KR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class="egovframework.rte.fdl.idgnr.impl.strategy.EgovIdGnrStrategyImpl"&gt;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>
                <a:latin typeface="Consolas" panose="020B0609020204030204" pitchFamily="49" charset="0"/>
              </a:rPr>
              <a:t>prefix" value="RSV_" 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 err="1">
                <a:latin typeface="Consolas" panose="020B0609020204030204" pitchFamily="49" charset="0"/>
              </a:rPr>
              <a:t>cipers</a:t>
            </a:r>
            <a:r>
              <a:rPr lang="en-US" altLang="ko-KR" u="sng" dirty="0">
                <a:latin typeface="Consolas" panose="020B0609020204030204" pitchFamily="49" charset="0"/>
              </a:rPr>
              <a:t>" value="16" 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 err="1">
                <a:latin typeface="Consolas" panose="020B0609020204030204" pitchFamily="49" charset="0"/>
              </a:rPr>
              <a:t>fillChar</a:t>
            </a:r>
            <a:r>
              <a:rPr lang="en-US" altLang="ko-KR" u="sng" dirty="0">
                <a:latin typeface="Consolas" panose="020B0609020204030204" pitchFamily="49" charset="0"/>
              </a:rPr>
              <a:t>" value="0" 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&lt;/bean&gt;   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&lt;!-- RESVEINFO END--&gt;</a:t>
            </a:r>
          </a:p>
        </p:txBody>
      </p:sp>
    </p:spTree>
    <p:extLst>
      <p:ext uri="{BB962C8B-B14F-4D97-AF65-F5344CB8AC3E}">
        <p14:creationId xmlns:p14="http://schemas.microsoft.com/office/powerpoint/2010/main" val="1252774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CB7D95E-2D25-448D-85EE-F3BD216E3F67}"/>
              </a:ext>
            </a:extLst>
          </p:cNvPr>
          <p:cNvSpPr/>
          <p:nvPr/>
        </p:nvSpPr>
        <p:spPr>
          <a:xfrm>
            <a:off x="-360727" y="77305"/>
            <a:ext cx="1183966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    &lt;!-- RESVEREQSTINFO START--&gt;          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&lt;bean name="</a:t>
            </a:r>
            <a:r>
              <a:rPr lang="en-US" altLang="ko-KR" dirty="0" err="1">
                <a:latin typeface="Consolas" panose="020B0609020204030204" pitchFamily="49" charset="0"/>
              </a:rPr>
              <a:t>egovReqIdGnrService</a:t>
            </a:r>
            <a:r>
              <a:rPr lang="en-US" altLang="ko-KR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class="</a:t>
            </a:r>
            <a:r>
              <a:rPr lang="en-US" altLang="ko-KR" dirty="0" err="1">
                <a:latin typeface="Consolas" panose="020B0609020204030204" pitchFamily="49" charset="0"/>
              </a:rPr>
              <a:t>egovframework.rte.fdl.idgnr.impl.EgovTableIdGnrServiceImpl</a:t>
            </a:r>
            <a:r>
              <a:rPr lang="en-US" altLang="ko-KR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destroy-method="</a:t>
            </a:r>
            <a:r>
              <a:rPr lang="en-US" altLang="ko-KR" u="sng" dirty="0">
                <a:latin typeface="Consolas" panose="020B0609020204030204" pitchFamily="49" charset="0"/>
              </a:rPr>
              <a:t>destroy"&gt;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 err="1">
                <a:latin typeface="Consolas" panose="020B0609020204030204" pitchFamily="49" charset="0"/>
              </a:rPr>
              <a:t>dataSource</a:t>
            </a:r>
            <a:r>
              <a:rPr lang="en-US" altLang="ko-KR" u="sng" dirty="0">
                <a:latin typeface="Consolas" panose="020B0609020204030204" pitchFamily="49" charset="0"/>
              </a:rPr>
              <a:t>" ref="</a:t>
            </a:r>
            <a:r>
              <a:rPr lang="en-US" altLang="ko-KR" u="sng" dirty="0" err="1">
                <a:latin typeface="Consolas" panose="020B0609020204030204" pitchFamily="49" charset="0"/>
              </a:rPr>
              <a:t>egov.dataSource</a:t>
            </a:r>
            <a:r>
              <a:rPr lang="en-US" altLang="ko-KR" u="sng" dirty="0">
                <a:latin typeface="Consolas" panose="020B0609020204030204" pitchFamily="49" charset="0"/>
              </a:rPr>
              <a:t>" 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>
                <a:latin typeface="Consolas" panose="020B0609020204030204" pitchFamily="49" charset="0"/>
              </a:rPr>
              <a:t>strategy"   ref="</a:t>
            </a:r>
            <a:r>
              <a:rPr lang="en-US" altLang="ko-KR" u="sng" dirty="0" err="1">
                <a:latin typeface="Consolas" panose="020B0609020204030204" pitchFamily="49" charset="0"/>
              </a:rPr>
              <a:t>reqStrategy</a:t>
            </a:r>
            <a:r>
              <a:rPr lang="en-US" altLang="ko-KR" u="sng" dirty="0">
                <a:latin typeface="Consolas" panose="020B0609020204030204" pitchFamily="49" charset="0"/>
              </a:rPr>
              <a:t>" 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 err="1">
                <a:latin typeface="Consolas" panose="020B0609020204030204" pitchFamily="49" charset="0"/>
              </a:rPr>
              <a:t>blockSize</a:t>
            </a:r>
            <a:r>
              <a:rPr lang="en-US" altLang="ko-KR" u="sng" dirty="0">
                <a:latin typeface="Consolas" panose="020B0609020204030204" pitchFamily="49" charset="0"/>
              </a:rPr>
              <a:t>"  value="10"/&gt;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>
                <a:latin typeface="Consolas" panose="020B0609020204030204" pitchFamily="49" charset="0"/>
              </a:rPr>
              <a:t>table"      value="IDS"/&gt;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 err="1">
                <a:latin typeface="Consolas" panose="020B0609020204030204" pitchFamily="49" charset="0"/>
              </a:rPr>
              <a:t>tableName</a:t>
            </a:r>
            <a:r>
              <a:rPr lang="en-US" altLang="ko-KR" u="sng" dirty="0">
                <a:latin typeface="Consolas" panose="020B0609020204030204" pitchFamily="49" charset="0"/>
              </a:rPr>
              <a:t>"  value="RQT_ID"/&gt;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&lt;/bean&gt;</a:t>
            </a:r>
          </a:p>
          <a:p>
            <a:endParaRPr lang="ko-KR" altLang="en-US" dirty="0"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    &lt;bean name="</a:t>
            </a:r>
            <a:r>
              <a:rPr lang="en-US" altLang="ko-KR" dirty="0" err="1">
                <a:latin typeface="Consolas" panose="020B0609020204030204" pitchFamily="49" charset="0"/>
              </a:rPr>
              <a:t>reqStrategy</a:t>
            </a:r>
            <a:r>
              <a:rPr lang="en-US" altLang="ko-KR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class="egovframework.rte.fdl.idgnr.impl.strategy.EgovIdGnrStrategyImpl"&gt;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>
                <a:latin typeface="Consolas" panose="020B0609020204030204" pitchFamily="49" charset="0"/>
              </a:rPr>
              <a:t>prefix" value="RQT_" 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 err="1">
                <a:latin typeface="Consolas" panose="020B0609020204030204" pitchFamily="49" charset="0"/>
              </a:rPr>
              <a:t>cipers</a:t>
            </a:r>
            <a:r>
              <a:rPr lang="en-US" altLang="ko-KR" u="sng" dirty="0">
                <a:latin typeface="Consolas" panose="020B0609020204030204" pitchFamily="49" charset="0"/>
              </a:rPr>
              <a:t>" value="16" 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&lt;property name="</a:t>
            </a:r>
            <a:r>
              <a:rPr lang="en-US" altLang="ko-KR" u="sng" dirty="0" err="1">
                <a:latin typeface="Consolas" panose="020B0609020204030204" pitchFamily="49" charset="0"/>
              </a:rPr>
              <a:t>fillChar</a:t>
            </a:r>
            <a:r>
              <a:rPr lang="en-US" altLang="ko-KR" u="sng" dirty="0">
                <a:latin typeface="Consolas" panose="020B0609020204030204" pitchFamily="49" charset="0"/>
              </a:rPr>
              <a:t>" value="0" /&gt;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&lt;/bean&gt;   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&lt;!-- RESVEREQSTINFO END--&gt;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143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7C8C4FC-4453-4D28-986F-F22069393ACA}"/>
              </a:ext>
            </a:extLst>
          </p:cNvPr>
          <p:cNvSpPr/>
          <p:nvPr/>
        </p:nvSpPr>
        <p:spPr>
          <a:xfrm>
            <a:off x="195743" y="16508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ids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(TABLE_NAME, NEXT_ID)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dirty="0">
                <a:solidFill>
                  <a:srgbClr val="FF0000"/>
                </a:solidFill>
                <a:latin typeface="Courier New" panose="02070309020205020404" pitchFamily="49" charset="0"/>
              </a:rPr>
              <a:t>'RSV_ID'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ids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(TABLE_NAME, NEXT_ID)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dirty="0">
                <a:solidFill>
                  <a:srgbClr val="FF0000"/>
                </a:solidFill>
                <a:latin typeface="Courier New" panose="02070309020205020404" pitchFamily="49" charset="0"/>
              </a:rPr>
              <a:t>'RQT_ID'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3058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1C891A-4145-43B6-9FC8-D97D3964CAE2}"/>
              </a:ext>
            </a:extLst>
          </p:cNvPr>
          <p:cNvSpPr txBox="1"/>
          <p:nvPr/>
        </p:nvSpPr>
        <p:spPr>
          <a:xfrm>
            <a:off x="446049" y="698810"/>
            <a:ext cx="2565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admin </a:t>
            </a:r>
            <a:r>
              <a:rPr lang="ko-KR" altLang="en-US" dirty="0"/>
              <a:t>패키지 만들기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73E7C4-F5FC-4783-A1BE-EF61195E2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49" y="1441643"/>
            <a:ext cx="4181475" cy="13430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61BD9C2-6E32-4DF3-8BD2-8F36AF768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456" y="1133487"/>
            <a:ext cx="4124325" cy="4038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6AD308-0ADD-47CA-BCDC-B782C30C8651}"/>
              </a:ext>
            </a:extLst>
          </p:cNvPr>
          <p:cNvSpPr txBox="1"/>
          <p:nvPr/>
        </p:nvSpPr>
        <p:spPr>
          <a:xfrm>
            <a:off x="5531005" y="698810"/>
            <a:ext cx="2207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en-US" altLang="ko-KR" dirty="0" err="1"/>
              <a:t>rsv</a:t>
            </a:r>
            <a:r>
              <a:rPr lang="en-US" altLang="ko-KR" dirty="0"/>
              <a:t> </a:t>
            </a:r>
            <a:r>
              <a:rPr lang="ko-KR" altLang="en-US" dirty="0"/>
              <a:t>패키지 만들기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5247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72E9276-0A17-41E4-90C8-2C0E2C4B9244}"/>
              </a:ext>
            </a:extLst>
          </p:cNvPr>
          <p:cNvSpPr/>
          <p:nvPr/>
        </p:nvSpPr>
        <p:spPr>
          <a:xfrm>
            <a:off x="-581609" y="20693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	* web.xml </a:t>
            </a:r>
            <a:r>
              <a:rPr lang="ko-KR" altLang="en-US" dirty="0"/>
              <a:t>추가</a:t>
            </a:r>
            <a:endParaRPr lang="en-US" altLang="ko-KR" dirty="0"/>
          </a:p>
          <a:p>
            <a:r>
              <a:rPr lang="en-US" altLang="ko-KR" dirty="0"/>
              <a:t>	&lt;servlet-mapping&gt;</a:t>
            </a:r>
          </a:p>
          <a:p>
            <a:r>
              <a:rPr lang="en-US" altLang="ko-KR" dirty="0"/>
              <a:t>	    &lt;servlet-name&gt;action&lt;/servlet-name&gt;</a:t>
            </a:r>
          </a:p>
          <a:p>
            <a:r>
              <a:rPr lang="en-US" altLang="ko-KR" dirty="0"/>
              <a:t>	    &lt;</a:t>
            </a:r>
            <a:r>
              <a:rPr lang="en-US" altLang="ko-KR" dirty="0" err="1"/>
              <a:t>url</a:t>
            </a:r>
            <a:r>
              <a:rPr lang="en-US" altLang="ko-KR" dirty="0"/>
              <a:t>-pattern&gt;*.json&lt;/</a:t>
            </a:r>
            <a:r>
              <a:rPr lang="en-US" altLang="ko-KR" dirty="0" err="1"/>
              <a:t>url</a:t>
            </a:r>
            <a:r>
              <a:rPr lang="en-US" altLang="ko-KR" dirty="0"/>
              <a:t>-pattern&gt;</a:t>
            </a:r>
          </a:p>
          <a:p>
            <a:r>
              <a:rPr lang="en-US" altLang="ko-KR" dirty="0"/>
              <a:t>	&lt;/servlet-mapping&gt;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2978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938689C-E4C0-6AD9-CCCA-3376F1F7B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37" y="675228"/>
            <a:ext cx="5774004" cy="791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DFC00E-47D0-868D-4AE2-A1DF7428C9A2}"/>
              </a:ext>
            </a:extLst>
          </p:cNvPr>
          <p:cNvSpPr txBox="1"/>
          <p:nvPr/>
        </p:nvSpPr>
        <p:spPr>
          <a:xfrm>
            <a:off x="247028" y="134453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Header.jsp</a:t>
            </a:r>
            <a:r>
              <a:rPr lang="ko-KR" altLang="en-US" dirty="0"/>
              <a:t> 관리자 부분에 예약관리 추가</a:t>
            </a:r>
          </a:p>
        </p:txBody>
      </p:sp>
    </p:spTree>
    <p:extLst>
      <p:ext uri="{BB962C8B-B14F-4D97-AF65-F5344CB8AC3E}">
        <p14:creationId xmlns:p14="http://schemas.microsoft.com/office/powerpoint/2010/main" val="1008048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7873" y="681909"/>
            <a:ext cx="6096000" cy="57861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rgbClr val="800000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8E00C6"/>
                </a:solidFill>
                <a:latin typeface="Courier New" panose="02070309020205020404" pitchFamily="49" charset="0"/>
              </a:rPr>
              <a:t>RESVEINFO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</a:p>
          <a:p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RESVE_ID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RESVE_SE_CODE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RESVE_SJ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REC_NM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MAX_APLY_CNT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USE_BEGIN_DT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USE_END_DT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USE_BEGIN_TIME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USE_END_TIME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RESVE_CN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REQST_BGNDE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REQST_ENDDE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USE_AT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FRST_REGIST_PNTTM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FRST_REGISTER_ID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LAST_UPDT_PNTTM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LAST_UPDUSR_ID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000" b="1" dirty="0">
                <a:solidFill>
                  <a:srgbClr val="800000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</a:p>
          <a:p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'TEST_000000000000001'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'TYPE01'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테스트 프로그램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1'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문성진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00FF"/>
                </a:solidFill>
                <a:latin typeface="Courier New" panose="02070309020205020404" pitchFamily="49" charset="0"/>
              </a:rPr>
              <a:t>3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'2024-09-25'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'2024-09-27'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'09:00'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'16:00'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내용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'2024-09-23'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'2024-09-24'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'Y'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0080"/>
                </a:solidFill>
                <a:latin typeface="Courier New" panose="02070309020205020404" pitchFamily="49" charset="0"/>
              </a:rPr>
              <a:t>NOW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'admin'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0080"/>
                </a:solidFill>
                <a:latin typeface="Courier New" panose="02070309020205020404" pitchFamily="49" charset="0"/>
              </a:rPr>
              <a:t>NOW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'admin'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sz="1000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960827" y="681909"/>
            <a:ext cx="6096000" cy="57861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rgbClr val="800000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8E00C6"/>
                </a:solidFill>
                <a:latin typeface="Courier New" panose="02070309020205020404" pitchFamily="49" charset="0"/>
              </a:rPr>
              <a:t>RESVEINFO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</a:p>
          <a:p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RESVE_ID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RESVE_SE_CODE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RESVE_SJ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REC_NM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MAX_APLY_CNT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USE_BEGIN_DT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USE_END_DT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USE_BEGIN_TIME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USE_END_TIME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RESVE_CN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REQST_BGNDE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REQST_ENDDE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USE_AT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FRST_REGIST_PNTTM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FRST_REGISTER_ID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LAST_UPDT_PNTTM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6464"/>
                </a:solidFill>
                <a:latin typeface="Courier New" panose="02070309020205020404" pitchFamily="49" charset="0"/>
              </a:rPr>
              <a:t>LAST_UPDUSR_ID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000" b="1" dirty="0">
                <a:solidFill>
                  <a:srgbClr val="800000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</a:p>
          <a:p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'TEST_000000000000002'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'TYPE02'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테스트 프로그램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2'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문성진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dirty="0">
                <a:solidFill>
                  <a:srgbClr val="0000FF"/>
                </a:solidFill>
                <a:latin typeface="Courier New" panose="02070309020205020404" pitchFamily="49" charset="0"/>
              </a:rPr>
              <a:t>3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'2024-09-25'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'2024-09-27'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'09:00'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'16:00'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내용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'2024-09-23'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'2024-09-24'</a:t>
            </a:r>
            <a:endParaRPr lang="ko-KR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'Y'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0080"/>
                </a:solidFill>
                <a:latin typeface="Courier New" panose="02070309020205020404" pitchFamily="49" charset="0"/>
              </a:rPr>
              <a:t>NOW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'admin'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0080"/>
                </a:solidFill>
                <a:latin typeface="Courier New" panose="02070309020205020404" pitchFamily="49" charset="0"/>
              </a:rPr>
              <a:t>NOW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00" b="1" dirty="0">
                <a:solidFill>
                  <a:srgbClr val="008000"/>
                </a:solidFill>
                <a:latin typeface="Courier New" panose="02070309020205020404" pitchFamily="49" charset="0"/>
              </a:rPr>
              <a:t>'admin'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sz="1000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  <a:endParaRPr lang="ko-KR" alt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143124" y="143123"/>
            <a:ext cx="598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데이터 넣어보고 </a:t>
            </a:r>
            <a:r>
              <a:rPr lang="ko-KR" altLang="en-US" dirty="0" err="1" smtClean="0"/>
              <a:t>선착순이랑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승인관리</a:t>
            </a:r>
            <a:r>
              <a:rPr lang="ko-KR" altLang="en-US" dirty="0" smtClean="0"/>
              <a:t> 잘 나오는지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419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3508</TotalTime>
  <Words>1240</Words>
  <Application>Microsoft Office PowerPoint</Application>
  <PresentationFormat>와이드스크린</PresentationFormat>
  <Paragraphs>219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Consolas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Professor</cp:lastModifiedBy>
  <cp:revision>46</cp:revision>
  <dcterms:created xsi:type="dcterms:W3CDTF">2021-08-17T06:48:28Z</dcterms:created>
  <dcterms:modified xsi:type="dcterms:W3CDTF">2024-09-25T05:04:31Z</dcterms:modified>
</cp:coreProperties>
</file>