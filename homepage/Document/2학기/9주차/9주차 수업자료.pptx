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3" r:id="rId3"/>
    <p:sldId id="275" r:id="rId4"/>
    <p:sldId id="27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63" d="100"/>
          <a:sy n="163" d="100"/>
        </p:scale>
        <p:origin x="150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827A3-46B8-4B39-BA91-DB0A61F398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D01E4CC-D042-4C74-B54E-F83EB477A9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81B216-D194-44A2-B0D7-6CA0DDA01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6A88FC0-CE33-42BA-917E-604ADB640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0B751A-1F40-4EA5-A202-D5C9F517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4904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8DF99-1F06-4E22-9A5F-B1714467D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D3305D-C2C6-40C6-BFAE-B9E5828520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471C3BB-62D6-4996-9AC9-D189BA61C4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5FB75F2-DABE-4CCD-A5AD-46162FADD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CCF931-01B5-4A2C-8B09-5CF2E8C1A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972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7A9426-65A2-4900-8990-E97634B12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C2BE9D-6028-41A2-AF02-F973A5EB9D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FF85CC-78DA-436E-9922-FE080ADA2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420F6C4-6712-4517-ADCA-D1872AEFB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62A118-48EF-4AAE-89D3-300AF33C7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4767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C08B45-E47B-4FA8-8DCD-C88D1A402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CFD435-2456-425B-9C80-C852C88F02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46F69E7-215C-41ED-AA7D-D7479F6DEA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D838010-E7A1-48A3-B63D-D9C9E252C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2BAAAC-5678-4C64-82A9-E4E4996D9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33D76DC-C04D-4EA4-8AF4-C4183C5AB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69809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BB1966-134E-4F56-A3F1-5ABC562761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B83B9F7-7971-42C7-AE7D-BE6073FE6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99848D5-2B6F-4EF5-BC66-F8795CE1D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3E0536E-51A8-4F13-9439-88494FB78A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37C80D3-735A-456E-B4E7-840C90DD493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546BB32-90FA-4329-944D-AC4E3C4EB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84BAA552-620D-4703-BE4C-931025586C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146F76-4068-4E54-B7EC-A64575126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5134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F878C5-B0B8-406B-84FF-91919C1E4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A6B6181-4370-4457-979E-FA9FBC6697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CDEB2AC-8C2D-49D2-A8A2-063078F29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EEEDC0D-D5D8-410A-B44E-CE89C9D0E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05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61E76A5-B244-4D0B-9D93-42271AAB1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773A6E3-40DB-422E-B234-188FB5B077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5E9C80-56E9-41F6-B805-3D07E5E4E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26316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F91874-8CFF-484D-89D8-F96BF5F33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CD275F-93FC-4953-97C2-3425132F5D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1D0687E-9FCA-447C-8F60-2C7449E7E2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E737EEF-E97C-4A2F-B39F-D178C8EAC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396D2D-E3F9-4F7F-9980-902F7E985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B9FC6F9-45F2-45C9-ABAA-84231DB592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82676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295EF-F612-4021-AC9A-B492CFC3A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35DE248-AC64-4650-97D1-800C459E6E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431CD01-F10B-4D6C-97F3-0A3694EF53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ABD51D-4497-4A89-80EC-9FE8D4FC4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DFC22A-DADC-48B3-8A30-DE2E9B6BE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E80F3F-A7CA-49F5-84E2-9348BEEAB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0630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C0FEF7-7572-4A57-9549-48EEBD238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0165AA1-7191-42FB-AB0C-22E6105C68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450619-4396-483B-A213-1ED17E8B3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28CFFF4-0A26-4FC2-BD2F-5DFC5DBB6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0BFD6D-9BC7-4B62-BF98-32F9958B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8200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C01CDCA-6367-41B0-8741-2ED8499166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799DC18-D558-4341-9E0C-BA303F2BC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5CA2E15-C907-4FCB-A9EC-DE3660580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5B44BF-B9BC-47EE-A280-23436178F2B8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3492E68-A28B-434E-96D7-DE024916A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8B6D29-849E-4192-A3B7-2D99E6797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616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86DFD78-0084-4CE6-8E15-BB1973663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707C84-37D3-4FEC-B1F3-860E831826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272FB5-8C95-4443-A169-36E74C5421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B44BF-B9BC-47EE-A280-23436178F2B8}" type="datetimeFigureOut">
              <a:rPr lang="ko-KR" altLang="en-US" smtClean="0"/>
              <a:t>2025-10-14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5A2DFB5-EA44-4D9B-A815-5B4987955D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E1CFAF-C47C-4F71-90CA-F51287A9C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F03A6B-8277-4380-89CD-E67BF0B31A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628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8028F3-8535-5E04-AAA2-3EDA4FC88502}"/>
              </a:ext>
            </a:extLst>
          </p:cNvPr>
          <p:cNvSpPr txBox="1"/>
          <p:nvPr/>
        </p:nvSpPr>
        <p:spPr>
          <a:xfrm>
            <a:off x="341476" y="299773"/>
            <a:ext cx="534312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관리자 예약정보 프로그램 </a:t>
            </a:r>
            <a:r>
              <a:rPr lang="en-US" altLang="ko-KR" dirty="0"/>
              <a:t>CRUD(p4~6) - </a:t>
            </a:r>
            <a:r>
              <a:rPr lang="ko-KR" altLang="en-US" dirty="0"/>
              <a:t>진행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관리자 예약자 관리 </a:t>
            </a:r>
            <a:r>
              <a:rPr lang="en-US" altLang="ko-KR" dirty="0"/>
              <a:t>RUD(p7~8)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사용자 예약정보 프로그램 </a:t>
            </a:r>
            <a:r>
              <a:rPr lang="en-US" altLang="ko-KR" dirty="0"/>
              <a:t>R(p10~11)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사용자 예약자 </a:t>
            </a:r>
            <a:r>
              <a:rPr lang="en-US" altLang="ko-KR" dirty="0"/>
              <a:t>C(p12)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사용자 예약자 </a:t>
            </a:r>
            <a:r>
              <a:rPr lang="en-US" altLang="ko-KR" dirty="0"/>
              <a:t>RUD(p13~14)</a:t>
            </a:r>
          </a:p>
          <a:p>
            <a:pPr marL="342900" indent="-342900">
              <a:buAutoNum type="arabicPeriod"/>
            </a:pPr>
            <a:endParaRPr lang="en-US" altLang="ko-KR" dirty="0"/>
          </a:p>
          <a:p>
            <a:r>
              <a:rPr lang="en-US" altLang="ko-KR" dirty="0"/>
              <a:t>1 -&gt; 3-&gt; 4 -&gt; 5 -&gt; 2</a:t>
            </a:r>
          </a:p>
        </p:txBody>
      </p:sp>
    </p:spTree>
    <p:extLst>
      <p:ext uri="{BB962C8B-B14F-4D97-AF65-F5344CB8AC3E}">
        <p14:creationId xmlns:p14="http://schemas.microsoft.com/office/powerpoint/2010/main" val="1857815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F72E9276-0A17-41E4-90C8-2C0E2C4B9244}"/>
              </a:ext>
            </a:extLst>
          </p:cNvPr>
          <p:cNvSpPr/>
          <p:nvPr/>
        </p:nvSpPr>
        <p:spPr>
          <a:xfrm>
            <a:off x="-528856" y="1021686"/>
            <a:ext cx="6096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/>
              <a:t>	* web.xml </a:t>
            </a:r>
            <a:r>
              <a:rPr lang="ko-KR" altLang="en-US" dirty="0"/>
              <a:t>추가</a:t>
            </a:r>
            <a:endParaRPr lang="en-US" altLang="ko-KR" dirty="0"/>
          </a:p>
          <a:p>
            <a:r>
              <a:rPr lang="en-US" altLang="ko-KR" dirty="0"/>
              <a:t>	&lt;filter-mapping&gt;</a:t>
            </a:r>
          </a:p>
          <a:p>
            <a:pPr lvl="1"/>
            <a:r>
              <a:rPr lang="en-US" altLang="ko-KR" dirty="0"/>
              <a:t>        &lt;filter-name&gt;</a:t>
            </a:r>
            <a:r>
              <a:rPr lang="en-US" altLang="ko-KR" dirty="0" err="1"/>
              <a:t>encodingFilter</a:t>
            </a:r>
            <a:r>
              <a:rPr lang="en-US" altLang="ko-KR" dirty="0"/>
              <a:t>&lt;/filter-name&gt;</a:t>
            </a:r>
          </a:p>
          <a:p>
            <a:pPr lvl="1"/>
            <a:r>
              <a:rPr lang="en-US" altLang="ko-KR" dirty="0"/>
              <a:t>        &lt;</a:t>
            </a:r>
            <a:r>
              <a:rPr lang="en-US" altLang="ko-KR" dirty="0" err="1"/>
              <a:t>url</a:t>
            </a:r>
            <a:r>
              <a:rPr lang="en-US" altLang="ko-KR" dirty="0"/>
              <a:t>-pattern&gt;*.json&lt;/</a:t>
            </a:r>
            <a:r>
              <a:rPr lang="en-US" altLang="ko-KR" dirty="0" err="1"/>
              <a:t>url</a:t>
            </a:r>
            <a:r>
              <a:rPr lang="en-US" altLang="ko-KR" dirty="0"/>
              <a:t>-pattern&gt;</a:t>
            </a:r>
          </a:p>
          <a:p>
            <a:pPr lvl="1"/>
            <a:r>
              <a:rPr lang="en-US" altLang="ko-KR" dirty="0"/>
              <a:t>      &lt;/filter-mapping&gt;</a:t>
            </a:r>
          </a:p>
          <a:p>
            <a:endParaRPr lang="en-US" altLang="ko-KR" dirty="0"/>
          </a:p>
          <a:p>
            <a:r>
              <a:rPr lang="en-US" altLang="ko-KR" dirty="0"/>
              <a:t>	&lt;servlet-mapping&gt;</a:t>
            </a:r>
          </a:p>
          <a:p>
            <a:r>
              <a:rPr lang="en-US" altLang="ko-KR" dirty="0"/>
              <a:t>	    &lt;servlet-name&gt;action&lt;/servlet-name&gt;</a:t>
            </a:r>
          </a:p>
          <a:p>
            <a:r>
              <a:rPr lang="en-US" altLang="ko-KR" dirty="0"/>
              <a:t>	    &lt;</a:t>
            </a:r>
            <a:r>
              <a:rPr lang="en-US" altLang="ko-KR" dirty="0" err="1"/>
              <a:t>url</a:t>
            </a:r>
            <a:r>
              <a:rPr lang="en-US" altLang="ko-KR" dirty="0"/>
              <a:t>-pattern&gt;*.json&lt;/</a:t>
            </a:r>
            <a:r>
              <a:rPr lang="en-US" altLang="ko-KR" dirty="0" err="1"/>
              <a:t>url</a:t>
            </a:r>
            <a:r>
              <a:rPr lang="en-US" altLang="ko-KR" dirty="0"/>
              <a:t>-pattern&gt;</a:t>
            </a:r>
          </a:p>
          <a:p>
            <a:r>
              <a:rPr lang="en-US" altLang="ko-KR" dirty="0"/>
              <a:t>	&lt;/servlet-mapping&gt;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B2A036-B925-0BB6-2F71-128DD0BB28EC}"/>
              </a:ext>
            </a:extLst>
          </p:cNvPr>
          <p:cNvSpPr txBox="1"/>
          <p:nvPr/>
        </p:nvSpPr>
        <p:spPr>
          <a:xfrm>
            <a:off x="322385" y="252046"/>
            <a:ext cx="35942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 부분 추가 되어져 있는지 체크</a:t>
            </a:r>
          </a:p>
        </p:txBody>
      </p:sp>
    </p:spTree>
    <p:extLst>
      <p:ext uri="{BB962C8B-B14F-4D97-AF65-F5344CB8AC3E}">
        <p14:creationId xmlns:p14="http://schemas.microsoft.com/office/powerpoint/2010/main" val="622978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9B4C83-126C-A369-162F-70A2AB5FE7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BD3738D7-2044-A8BC-C83C-EE2FE10F4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246" y="622260"/>
            <a:ext cx="4442507" cy="7493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593DFF-1DFA-154F-99AA-27BCE2529FC2}"/>
              </a:ext>
            </a:extLst>
          </p:cNvPr>
          <p:cNvSpPr txBox="1"/>
          <p:nvPr/>
        </p:nvSpPr>
        <p:spPr>
          <a:xfrm>
            <a:off x="416169" y="1318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Header.jsp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사용자 쪽 작업 시 추가하기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233094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A0818-D323-A2F2-69F0-A29D92EFB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D046AF5-4078-26B1-1AF8-F84C2D3FE614}"/>
              </a:ext>
            </a:extLst>
          </p:cNvPr>
          <p:cNvSpPr txBox="1"/>
          <p:nvPr/>
        </p:nvSpPr>
        <p:spPr>
          <a:xfrm>
            <a:off x="416169" y="13185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/>
              <a:t>사용자 예약정보목록 작업 시 추가 </a:t>
            </a:r>
            <a:r>
              <a:rPr lang="en-US" altLang="ko-KR" dirty="0"/>
              <a:t>SQL (List, </a:t>
            </a:r>
            <a:r>
              <a:rPr lang="en-US" altLang="ko-KR" dirty="0" err="1"/>
              <a:t>Cnt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93C8402-3401-5988-4B1B-E876CE2D5F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888" y="741424"/>
            <a:ext cx="7260927" cy="232259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6099B43A-C3BF-98D3-EE3F-037A032CE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888" y="3946382"/>
            <a:ext cx="7146510" cy="17141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6623943-7208-1000-C6E7-D36978AC247C}"/>
              </a:ext>
            </a:extLst>
          </p:cNvPr>
          <p:cNvSpPr txBox="1"/>
          <p:nvPr/>
        </p:nvSpPr>
        <p:spPr>
          <a:xfrm>
            <a:off x="562708" y="350085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조건정보</a:t>
            </a:r>
          </a:p>
        </p:txBody>
      </p:sp>
    </p:spTree>
    <p:extLst>
      <p:ext uri="{BB962C8B-B14F-4D97-AF65-F5344CB8AC3E}">
        <p14:creationId xmlns:p14="http://schemas.microsoft.com/office/powerpoint/2010/main" val="3756443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2368</TotalTime>
  <Words>128</Words>
  <Application>Microsoft Office PowerPoint</Application>
  <PresentationFormat>와이드스크린</PresentationFormat>
  <Paragraphs>21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SJ</dc:creator>
  <cp:lastModifiedBy>성진 문</cp:lastModifiedBy>
  <cp:revision>44</cp:revision>
  <dcterms:created xsi:type="dcterms:W3CDTF">2021-08-31T12:05:11Z</dcterms:created>
  <dcterms:modified xsi:type="dcterms:W3CDTF">2025-10-14T13:49:47Z</dcterms:modified>
</cp:coreProperties>
</file>